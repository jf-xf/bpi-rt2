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4477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959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043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464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1182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32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61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0433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623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851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69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8D49B-EA3B-4D85-94E0-9E09843B744F}" type="datetimeFigureOut">
              <a:rPr lang="zh-TW" altLang="en-US" smtClean="0"/>
              <a:t>2022/12/22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F02BD-9D9B-4311-9FC4-B663924A15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648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/>
              <a:t>Halmac</a:t>
            </a:r>
            <a:r>
              <a:rPr lang="en-US" altLang="zh-TW" dirty="0" smtClean="0"/>
              <a:t> Coding Rule Checker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 smtClean="0"/>
              <a:t>tc.yen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4731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Manual</a:t>
            </a:r>
          </a:p>
          <a:p>
            <a:r>
              <a:rPr lang="en-US" altLang="zh-TW" dirty="0" smtClean="0"/>
              <a:t>Support Check Rule List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8324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Manual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Input File: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CheckRuleSetting.csv</a:t>
            </a:r>
          </a:p>
          <a:p>
            <a:pPr marL="0" indent="0">
              <a:buNone/>
            </a:pPr>
            <a:r>
              <a:rPr lang="en-US" altLang="zh-TW" dirty="0" smtClean="0"/>
              <a:t>Execute:</a:t>
            </a:r>
          </a:p>
          <a:p>
            <a:pPr marL="0" indent="0">
              <a:buNone/>
            </a:pPr>
            <a:r>
              <a:rPr lang="en-US" altLang="zh-TW" dirty="0" smtClean="0"/>
              <a:t>	Entry: </a:t>
            </a:r>
            <a:r>
              <a:rPr lang="en-US" altLang="zh-TW" dirty="0" err="1" smtClean="0"/>
              <a:t>dist</a:t>
            </a:r>
            <a:r>
              <a:rPr lang="en-US" altLang="zh-TW" dirty="0" smtClean="0"/>
              <a:t>\HalmacCodingCheckRuleEntry.exe</a:t>
            </a:r>
          </a:p>
          <a:p>
            <a:pPr marL="0" indent="0">
              <a:buNone/>
            </a:pPr>
            <a:r>
              <a:rPr lang="en-US" altLang="zh-TW" dirty="0" smtClean="0"/>
              <a:t>Output</a:t>
            </a:r>
            <a:r>
              <a:rPr lang="zh-TW" altLang="en-US" dirty="0" smtClean="0"/>
              <a:t> </a:t>
            </a:r>
            <a:r>
              <a:rPr lang="en-US" altLang="zh-TW" dirty="0" smtClean="0"/>
              <a:t>File: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GenResult.xlsx</a:t>
            </a:r>
          </a:p>
        </p:txBody>
      </p:sp>
    </p:spTree>
    <p:extLst>
      <p:ext uri="{BB962C8B-B14F-4D97-AF65-F5344CB8AC3E}">
        <p14:creationId xmlns:p14="http://schemas.microsoft.com/office/powerpoint/2010/main" val="4163602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83" y="1447436"/>
            <a:ext cx="10848975" cy="484822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Input File:</a:t>
            </a:r>
            <a:r>
              <a:rPr lang="zh-TW" altLang="en-US" dirty="0" smtClean="0"/>
              <a:t> </a:t>
            </a:r>
            <a:r>
              <a:rPr lang="en-US" altLang="zh-TW" dirty="0" smtClean="0"/>
              <a:t>CheckRuleSetting.csv</a:t>
            </a:r>
          </a:p>
        </p:txBody>
      </p:sp>
      <p:sp>
        <p:nvSpPr>
          <p:cNvPr id="4" name="矩形 3"/>
          <p:cNvSpPr/>
          <p:nvPr/>
        </p:nvSpPr>
        <p:spPr>
          <a:xfrm>
            <a:off x="2277208" y="1644163"/>
            <a:ext cx="527538" cy="46687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84639" y="6295661"/>
            <a:ext cx="2092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Enable or Disable Check Rule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 flipV="1">
            <a:off x="1925515" y="6311900"/>
            <a:ext cx="307731" cy="2651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886808" y="1640560"/>
            <a:ext cx="2397369" cy="46687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4490269" y="6475053"/>
            <a:ext cx="20098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Bypass specific files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4302699" y="6475053"/>
            <a:ext cx="143608" cy="1846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82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62629"/>
            <a:ext cx="9315450" cy="226695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Execute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Command: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HalmacCodingCheckRuleEntry.exe &lt;</a:t>
            </a:r>
            <a:r>
              <a:rPr lang="en-US" altLang="zh-TW" dirty="0" err="1" smtClean="0"/>
              <a:t>HalmacFolder</a:t>
            </a:r>
            <a:r>
              <a:rPr lang="en-US" altLang="zh-TW" dirty="0"/>
              <a:t>&gt;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838199" y="4523030"/>
            <a:ext cx="9088315" cy="3391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373922" y="5726721"/>
            <a:ext cx="489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Wait for all check rule finished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and get the Report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 flipV="1">
            <a:off x="3165231" y="4523030"/>
            <a:ext cx="131885" cy="11227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194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Output</a:t>
            </a:r>
            <a:r>
              <a:rPr lang="zh-TW" altLang="en-US" dirty="0" smtClean="0"/>
              <a:t> </a:t>
            </a:r>
            <a:r>
              <a:rPr lang="en-US" altLang="zh-TW" dirty="0" smtClean="0"/>
              <a:t>File:</a:t>
            </a:r>
            <a:r>
              <a:rPr lang="zh-TW" altLang="en-US" dirty="0" smtClean="0"/>
              <a:t> </a:t>
            </a:r>
            <a:r>
              <a:rPr lang="en-US" altLang="zh-TW" dirty="0" smtClean="0"/>
              <a:t>GenResult.xlsx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 smtClean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531" y="1589406"/>
            <a:ext cx="7029816" cy="445567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440973" y="1690687"/>
            <a:ext cx="344365" cy="5161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898281" y="2493251"/>
            <a:ext cx="3464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Summary for each sheet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 flipV="1">
            <a:off x="3360129" y="2016247"/>
            <a:ext cx="2020763" cy="595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838200" y="4335107"/>
            <a:ext cx="3464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Execution time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V="1">
            <a:off x="2401768" y="2016247"/>
            <a:ext cx="8439147" cy="24814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0900996" y="1690687"/>
            <a:ext cx="512885" cy="5161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5380892" y="5838093"/>
            <a:ext cx="1705708" cy="294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859815" y="5578126"/>
            <a:ext cx="3464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Details in other sheets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6" name="直線單箭頭接點 15"/>
          <p:cNvCxnSpPr/>
          <p:nvPr/>
        </p:nvCxnSpPr>
        <p:spPr>
          <a:xfrm>
            <a:off x="2945423" y="5762792"/>
            <a:ext cx="2419348" cy="2227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940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72</Words>
  <Application>Microsoft Office PowerPoint</Application>
  <PresentationFormat>寬螢幕</PresentationFormat>
  <Paragraphs>23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新細明體</vt:lpstr>
      <vt:lpstr>Arial</vt:lpstr>
      <vt:lpstr>Calibri</vt:lpstr>
      <vt:lpstr>Calibri Light</vt:lpstr>
      <vt:lpstr>Office 佈景主題</vt:lpstr>
      <vt:lpstr>Halmac Coding Rule Checker</vt:lpstr>
      <vt:lpstr>Outline</vt:lpstr>
      <vt:lpstr>Manual</vt:lpstr>
      <vt:lpstr>Input File: CheckRuleSetting.csv</vt:lpstr>
      <vt:lpstr>Execute</vt:lpstr>
      <vt:lpstr>Output File: GenResult.xlsx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Halmac Coding Rule Checker</dc:title>
  <dc:creator>顏子強</dc:creator>
  <cp:lastModifiedBy>顏子強</cp:lastModifiedBy>
  <cp:revision>22</cp:revision>
  <dcterms:created xsi:type="dcterms:W3CDTF">2022-08-04T08:27:54Z</dcterms:created>
  <dcterms:modified xsi:type="dcterms:W3CDTF">2022-12-22T06:01:01Z</dcterms:modified>
</cp:coreProperties>
</file>